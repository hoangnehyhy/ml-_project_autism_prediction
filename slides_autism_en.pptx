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32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5246D6-8350-4418-962F-A5A0D10DD8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D9A4A6F-E36A-4297-96AC-B3FFEDCEC8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993724-816F-4682-AEB3-3D8D5B5096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528B41D-481D-4FF2-93F4-63D6CB0B9A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0F184B-8A54-43B7-BCBB-BBD5E07C37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F81CCB-1FF4-44B6-8F47-53131D8B6C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1A2037-3FB0-4655-941D-DD2C785819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2846FCE-DD30-405A-BF5E-67DCB0A939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11DEBF-BAAF-4915-8011-EF0ED64C2F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DD28286-51D0-4923-896C-8F090DB3D3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ABD297-0257-4E68-A27E-819FBECC76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" descr="slide-01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1" descr="slide-02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1" descr="slide-03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1" descr="slide-04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" descr="slide-05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1" descr="slide-06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slide-07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1" descr="slide-08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1" descr="slide-09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1" descr="slide-10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1" descr="slide-11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1" descr="slide-12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1" descr="slide-13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1" descr="slide-14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Picture 1" descr="slide-15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1" descr="slide-16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1" descr="slide-17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1" descr="slide-18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1" descr="slide-19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1" descr="slide-20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1" descr="slide-21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1" descr="slide-22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Picture 1" descr="slide-23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1" descr="slide-24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1" descr="slide-25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Picture 1" descr="slide-26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1" descr="slide-27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1" descr="slide-28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1" descr="slide-29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1" descr="slide-30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1" descr="slide-31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1" descr="slide-32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1" descr="slide-33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slide-34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1" descr="slide-35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slide-36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1" descr="slide-37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slide-38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1" descr="slide-39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slide-41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 descr="slide-42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slide-43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1" descr="slide-44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slide-45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Picture 1" descr="slide-46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1" descr="slide-47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2" descr="slide-38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LibreOffice/26.2.4.2$Linux_X86_64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2026-06-26T19:08:24Z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