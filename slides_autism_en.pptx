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29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34.xml" ContentType="application/vnd.openxmlformats-officedocument.presentationml.slide+xml"/>
  <Override PartName="/ppt/slides/slide36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38.xml" ContentType="application/vnd.openxmlformats-officedocument.presentationml.slide+xml"/>
  <Override PartName="/ppt/slides/slide18.xml" ContentType="application/vnd.openxmlformats-officedocument.presentationml.slide+xml"/>
  <Override PartName="/ppt/slides/slide41.xml" ContentType="application/vnd.openxmlformats-officedocument.presentationml.slide+xml"/>
  <Override PartName="/ppt/slides/slide4.xml" ContentType="application/vnd.openxmlformats-officedocument.presentationml.slide+xml"/>
  <Override PartName="/ppt/slides/slide47.xml" ContentType="application/vnd.openxmlformats-officedocument.presentationml.slide+xml"/>
  <Override PartName="/ppt/slides/slide37.xml" ContentType="application/vnd.openxmlformats-officedocument.presentationml.slide+xml"/>
  <Override PartName="/ppt/slides/slide16.xml" ContentType="application/vnd.openxmlformats-officedocument.presentationml.slide+xml"/>
  <Override PartName="/ppt/slides/slide40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5.xml" ContentType="application/vnd.openxmlformats-officedocument.presentationml.slide+xml"/>
  <Override PartName="/ppt/slides/slide20.xml" ContentType="application/vnd.openxmlformats-officedocument.presentationml.slide+xml"/>
  <Override PartName="/ppt/slides/slide27.xml" ContentType="application/vnd.openxmlformats-officedocument.presentationml.slide+xml"/>
  <Override PartName="/ppt/slides/slide46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32.xml" ContentType="application/vnd.openxmlformats-officedocument.presentationml.slide+xml"/>
  <Override PartName="/ppt/slides/slide39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45.xml" ContentType="application/vnd.openxmlformats-officedocument.presentationml.slide+xml"/>
  <Override PartName="/ppt/slides/slide11.xml" ContentType="application/vnd.openxmlformats-officedocument.presentationml.slide+xml"/>
  <Override PartName="/ppt/slides/slide28.xml" ContentType="application/vnd.openxmlformats-officedocument.presentationml.slide+xml"/>
  <Override PartName="/ppt/slides/slide42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C3ECF63-5B74-40E5-9598-A8D136F11BE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70BE79B-A0A0-4BF8-B00F-66AB83AAFD4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02BCA7D-072F-4508-8534-3D919A80DE2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972DAF8-9DC6-44F8-A441-DC6F84A657A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2FDE337-AC37-4E2F-A60C-24E13BD976D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A22B937-A64C-418B-9FB7-C493C631513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C519F0B-0A15-4931-9BDC-A3E04960D36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9C82D99-2712-45EF-87AC-98E43147085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E5EF02C-287E-46FD-9427-0B82400F3F0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F7D5F08-7888-4C74-B1C0-7A2D1EAF147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96DC90E-4819-415B-A72C-3E172663ED8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9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slideLayout" Target="../slideLayouts/slideLayout9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9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slideLayout" Target="../slideLayouts/slideLayout9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slideLayout" Target="../slideLayouts/slideLayout9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slideLayout" Target="../slideLayouts/slideLayout9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slideLayout" Target="../slideLayouts/slideLayout9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slideLayout" Target="../slideLayouts/slideLayout9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46.png"/><Relationship Id="rId2" Type="http://schemas.openxmlformats.org/officeDocument/2006/relationships/slideLayout" Target="../slideLayouts/slideLayout9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image" Target="../media/image48.png"/><Relationship Id="rId3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1" descr="slide-01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1" descr="slide-02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1" descr="slide-03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1" descr="slide-04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1" descr="slide-05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1" descr="slide-06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1" descr="slide-07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1" descr="slide-08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1" descr="slide-09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1" descr="slide-10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1" descr="slide-11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1" descr="slide-12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1" descr="slide-13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1" descr="slide-14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1" descr="slide-15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1" descr="slide-16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1" descr="slide-17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1" descr="slide-18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1" descr="slide-19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1" descr="slide-20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1" descr="slide-21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1" descr="slide-22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Picture 1" descr="slide-23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1" descr="slide-24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Picture 1" descr="slide-25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Picture 1" descr="slide-26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Picture 1" descr="slide-27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Picture 1" descr="slide-28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1" descr="slide-29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Picture 1" descr="slide-30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Picture 1" descr="slide-31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Picture 1" descr="slide-32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Picture 1" descr="slide-33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1" descr="slide-34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Picture 1" descr="slide-35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Picture 1" descr="slide-36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Picture 1" descr="slide-37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1" descr="slide-38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1" descr="slide-39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Picture 1" descr="slide-40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Picture 1" descr="slide-41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1" descr="slide-42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Picture 1" descr="slide-43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Picture 1" descr="slide-44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Picture 1" descr="slide-45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Picture 1" descr="slide-46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Picture 1" descr="slide-47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" name=""/>
          <p:cNvPicPr/>
          <p:nvPr/>
        </p:nvPicPr>
        <p:blipFill>
          <a:blip r:embed="rId2"/>
          <a:stretch/>
        </p:blipFill>
        <p:spPr>
          <a:xfrm>
            <a:off x="8280" y="2160"/>
            <a:ext cx="12190680" cy="6856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LibreOffice/26.2.4.2$Linux_X86_64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2026-06-26T19:29:01Z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